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应用治理 2026 年度汇报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CFE0F3"/>
                </a:solidFill>
                <a:latin typeface="Microsoft YaHei"/>
                <a:ea typeface="Microsoft YaHei"/>
              </a:rPr>
              <a:t>构建“风险识别 — 任务下发 — 风险处置”自动闭环的应用风险防控体系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28016" cy="512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113385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4E79"/>
                </a:solidFill>
                <a:latin typeface="Microsoft YaHei"/>
                <a:ea typeface="Microsoft YaHei"/>
              </a:rPr>
              <a:t>① 治理背景</a:t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　四大低代码平台（MP、飞码、编码通 1.0、编码通 2.0 与 CF）应用规模持续增长，存在数据安全与研发管理两类风险；传统人工排查覆盖不全、响应滞后，</a:t>
            </a: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</a:rPr>
              <a:t>故建设统一的应用风险防控体系，将风险管理从“事后救火”转为“常态化、平台化、自动化”。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4E79"/>
                </a:solidFill>
                <a:latin typeface="Microsoft YaHei"/>
                <a:ea typeface="Microsoft YaHei"/>
              </a:rPr>
              <a:t>② 治理成果</a:t>
            </a:r>
            <a:r>
              <a:rPr sz="1000" b="0">
                <a:solidFill>
                  <a:srgbClr val="707070"/>
                </a:solidFill>
                <a:latin typeface="Microsoft YaHei"/>
                <a:ea typeface="Microsoft YaHei"/>
              </a:rPr>
              <a:t>（年度核心指标，数据待年底回填）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2713939" cy="1097280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2713939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249424"/>
            <a:ext cx="2494483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1F4E79"/>
                </a:solidFill>
                <a:latin typeface="Microsoft YaHei"/>
                <a:ea typeface="Microsoft YaHei"/>
              </a:rPr>
              <a:t>80</a:t>
            </a:r>
            <a:r>
              <a:rPr sz="1200" b="1">
                <a:solidFill>
                  <a:srgbClr val="2E75B6"/>
                </a:solidFill>
                <a:latin typeface="Microsoft YaHei"/>
                <a:ea typeface="Microsoft YaHei"/>
              </a:rPr>
              <a:t>  项</a:t>
            </a:r>
          </a:p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333333"/>
                </a:solidFill>
                <a:latin typeface="Microsoft YaHei"/>
                <a:ea typeface="Microsoft YaHei"/>
              </a:rPr>
              <a:t>治理任务总量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707070"/>
                </a:solidFill>
                <a:latin typeface="Microsoft YaHei"/>
                <a:ea typeface="Microsoft YaHei"/>
              </a:rPr>
              <a:t>覆盖 4 平台 · 2 大类全景纳管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0867" y="2103120"/>
            <a:ext cx="2713939" cy="1097280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80867" y="2103120"/>
            <a:ext cx="2713939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0595" y="2249424"/>
            <a:ext cx="2494483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1F4E79"/>
                </a:solidFill>
                <a:latin typeface="Microsoft YaHei"/>
                <a:ea typeface="Microsoft YaHei"/>
              </a:rPr>
              <a:t>[X]</a:t>
            </a:r>
            <a:r>
              <a:rPr sz="1200" b="1">
                <a:solidFill>
                  <a:srgbClr val="2E75B6"/>
                </a:solidFill>
                <a:latin typeface="Microsoft YaHei"/>
                <a:ea typeface="Microsoft YaHei"/>
              </a:rPr>
              <a:t>  轮</a:t>
            </a:r>
          </a:p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333333"/>
                </a:solidFill>
                <a:latin typeface="Microsoft YaHei"/>
                <a:ea typeface="Microsoft YaHei"/>
              </a:rPr>
              <a:t>治理轮次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707070"/>
                </a:solidFill>
                <a:latin typeface="Microsoft YaHei"/>
                <a:ea typeface="Microsoft YaHei"/>
              </a:rPr>
              <a:t>全年累计执行 · 含实时持续运营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974" y="2103120"/>
            <a:ext cx="2713939" cy="1097280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974" y="2103120"/>
            <a:ext cx="2713939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5702" y="2249424"/>
            <a:ext cx="2494483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1F4E79"/>
                </a:solidFill>
                <a:latin typeface="Microsoft YaHei"/>
                <a:ea typeface="Microsoft YaHei"/>
              </a:rPr>
              <a:t>[X]</a:t>
            </a:r>
            <a:r>
              <a:rPr sz="1200" b="1">
                <a:solidFill>
                  <a:srgbClr val="2E75B6"/>
                </a:solidFill>
                <a:latin typeface="Microsoft YaHei"/>
                <a:ea typeface="Microsoft YaHei"/>
              </a:rPr>
              <a:t>  个</a:t>
            </a:r>
          </a:p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333333"/>
                </a:solidFill>
                <a:latin typeface="Microsoft YaHei"/>
                <a:ea typeface="Microsoft YaHei"/>
              </a:rPr>
              <a:t>处置应用数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707070"/>
                </a:solidFill>
                <a:latin typeface="Microsoft YaHei"/>
                <a:ea typeface="Microsoft YaHei"/>
              </a:rPr>
              <a:t>推动整改/下线 · 覆盖 [X] 名负责人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11081" y="2103120"/>
            <a:ext cx="2713939" cy="1097280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11081" y="2103120"/>
            <a:ext cx="2713939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0809" y="2249424"/>
            <a:ext cx="2494483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1F4E79"/>
                </a:solidFill>
                <a:latin typeface="Microsoft YaHei"/>
                <a:ea typeface="Microsoft YaHei"/>
              </a:rPr>
              <a:t>[X]%</a:t>
            </a:r>
            <a:r>
              <a:rPr sz="1200" b="1">
                <a:solidFill>
                  <a:srgbClr val="2E75B6"/>
                </a:solidFill>
                <a:latin typeface="Microsoft YaHei"/>
                <a:ea typeface="Microsoft YaHei"/>
              </a:rPr>
              <a:t>  </a:t>
            </a:r>
          </a:p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333333"/>
                </a:solidFill>
                <a:latin typeface="Microsoft YaHei"/>
                <a:ea typeface="Microsoft YaHei"/>
              </a:rPr>
              <a:t>自动化率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707070"/>
                </a:solidFill>
                <a:latin typeface="Microsoft YaHei"/>
                <a:ea typeface="Microsoft YaHei"/>
              </a:rPr>
              <a:t>任务自动运转占比 · 较年初 +[X]pct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310128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4E79"/>
                </a:solidFill>
                <a:latin typeface="Microsoft YaHei"/>
                <a:ea typeface="Microsoft YaHei"/>
              </a:rPr>
              <a:t>③ 治理体系</a:t>
            </a:r>
            <a:r>
              <a:rPr sz="1000" b="0">
                <a:solidFill>
                  <a:srgbClr val="707070"/>
                </a:solidFill>
                <a:latin typeface="Microsoft YaHei"/>
                <a:ea typeface="Microsoft YaHei"/>
              </a:rPr>
              <a:t>　以风险防控闭环为核心，7×24 自动运转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639312"/>
            <a:ext cx="3484778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E7D32"/>
                </a:solidFill>
                <a:latin typeface="Microsoft YaHei"/>
                <a:ea typeface="Microsoft YaHei"/>
              </a:rPr>
              <a:t>① 风险识别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</a:rPr>
              <a:t>多平台自动扫描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707070"/>
                </a:solidFill>
                <a:latin typeface="Microsoft YaHei"/>
                <a:ea typeface="Microsoft YaHei"/>
              </a:rPr>
              <a:t>敏感数据 · 权限 · 僵尸
大表 · 异常 API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868826" y="3995928"/>
            <a:ext cx="466344" cy="47548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53458" y="3639312"/>
            <a:ext cx="3484778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E75B6"/>
                </a:solidFill>
                <a:latin typeface="Microsoft YaHei"/>
                <a:ea typeface="Microsoft YaHei"/>
              </a:rPr>
              <a:t>② 任务下发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</a:rPr>
              <a:t>招乎定向通知 / 机器人推送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707070"/>
                </a:solidFill>
                <a:latin typeface="Microsoft YaHei"/>
                <a:ea typeface="Microsoft YaHei"/>
              </a:rPr>
              <a:t>精准触达
应用负责人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56524" y="3995928"/>
            <a:ext cx="466344" cy="47548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41156" y="3639312"/>
            <a:ext cx="3484778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76E00"/>
                </a:solidFill>
                <a:latin typeface="Microsoft YaHei"/>
                <a:ea typeface="Microsoft YaHei"/>
              </a:rPr>
              <a:t>③ 风险处置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</a:rPr>
              <a:t>运营跟进 · 用户整改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707070"/>
                </a:solidFill>
                <a:latin typeface="Microsoft YaHei"/>
                <a:ea typeface="Microsoft YaHei"/>
              </a:rPr>
              <a:t>结果回收 · 闭环归档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956048"/>
            <a:ext cx="11457432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7×24 自动运转：</a:t>
            </a:r>
            <a:r>
              <a:rPr sz="1200" b="0">
                <a:solidFill>
                  <a:srgbClr val="DDE9F6"/>
                </a:solidFill>
                <a:latin typeface="Microsoft YaHei"/>
                <a:ea typeface="Microsoft YaHei"/>
              </a:rPr>
              <a:t>扫描触发 → 自动识别 → 自动下发 → 跟踪闭环 → 数据回流，持续收敛的风险防控飞轮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9CDE8"/>
                </a:solidFill>
                <a:latin typeface="Microsoft YaHei"/>
                <a:ea typeface="Microsoft YaHei"/>
              </a:rPr>
              <a:t>从被动排查到主动防控，从单点治理到体系运转（剩余能力正按计划并入自动闭环，防控范围持续扩大）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614416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4E79"/>
                </a:solidFill>
                <a:latin typeface="Microsoft YaHei"/>
                <a:ea typeface="Microsoft YaHei"/>
              </a:rPr>
              <a:t>④ 2027 展望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888736"/>
            <a:ext cx="3703320" cy="530352"/>
          </a:xfrm>
          <a:prstGeom prst="roundRect">
            <a:avLst/>
          </a:prstGeom>
          <a:solidFill>
            <a:srgbClr val="E7F3E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E7D32"/>
                </a:solidFill>
                <a:latin typeface="Microsoft YaHei"/>
                <a:ea typeface="Microsoft YaHei"/>
              </a:rPr>
              <a:t>风险左移　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3333"/>
                </a:solidFill>
                <a:latin typeface="Microsoft YaHei"/>
                <a:ea typeface="Microsoft YaHei"/>
              </a:rPr>
              <a:t>前置到研发态拦截，风险“事前免疫”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42816" y="5888736"/>
            <a:ext cx="3703320" cy="530352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E75B6"/>
                </a:solidFill>
                <a:latin typeface="Microsoft YaHei"/>
                <a:ea typeface="Microsoft YaHei"/>
              </a:rPr>
              <a:t>能力扩面　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3333"/>
                </a:solidFill>
                <a:latin typeface="Microsoft YaHei"/>
                <a:ea typeface="Microsoft YaHei"/>
              </a:rPr>
              <a:t>新风险场景 / 新平台纳入统一体系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5888736"/>
            <a:ext cx="3703320" cy="530352"/>
          </a:xfrm>
          <a:prstGeom prst="roundRect">
            <a:avLst/>
          </a:prstGeom>
          <a:solidFill>
            <a:srgbClr val="FBF0DC"/>
          </a:solidFill>
          <a:ln w="12700">
            <a:solidFill>
              <a:srgbClr val="B7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76E00"/>
                </a:solidFill>
                <a:latin typeface="Microsoft YaHei"/>
                <a:ea typeface="Microsoft YaHei"/>
              </a:rPr>
              <a:t>闭环提效＋度量　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3333"/>
                </a:solidFill>
                <a:latin typeface="Microsoft YaHei"/>
                <a:ea typeface="Microsoft YaHei"/>
              </a:rPr>
              <a:t>全自动闭环 · 风险防控量化看板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1430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7070"/>
                </a:solidFill>
                <a:latin typeface="Microsoft YaHei"/>
                <a:ea typeface="Microsoft YaHei"/>
              </a:rPr>
              <a:t>注：标 [X] 为年底回填的实际结果数据（治理轮次 / 处置应用数 / 自动化率等）；治理任务总量按四平台合并口径统计。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